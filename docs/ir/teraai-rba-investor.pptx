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1051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TERRA AI  ·  INVESTOR BRIEF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15544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펫캠 영상을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일지로 바꾸는 AI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66928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파충류 행동 분석 AI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4160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단순 펫캠 기능이나 고정 알고리즘이 아니라, 밤사이 영상을 행동 타임라인과 아침 활동 보고서로 바꾸는 파충류 특화 AI 분석 엔진.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66928" y="6126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Reptile Behavior Analysis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6126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· 분석 파이프라인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 분석 파이프라인 — 영상에서 아침 활동 보고서까지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펫캠 영상을 수집 · 1차 판독 · 정밀 판독 3단계로 처리해, 아침 활동 보고서로 전달한다.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01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수집 · 저장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" y="2743200"/>
            <a:ext cx="2055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743200"/>
            <a:ext cx="2019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6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· 밤사이 RTSP</a:t>
            </a:r>
            <a:endParaRPr lang="en-US" sz="960" dirty="0"/>
          </a:p>
        </p:txBody>
      </p:sp>
      <p:sp>
        <p:nvSpPr>
          <p:cNvPr id="11" name="Text 9"/>
          <p:cNvSpPr/>
          <p:nvPr/>
        </p:nvSpPr>
        <p:spPr>
          <a:xfrm>
            <a:off x="1594828" y="313639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" y="3282696"/>
            <a:ext cx="2055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3282696"/>
            <a:ext cx="2019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6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클립 선별 (Motion)</a:t>
            </a:r>
            <a:endParaRPr lang="en-US" sz="960" dirty="0"/>
          </a:p>
        </p:txBody>
      </p:sp>
      <p:sp>
        <p:nvSpPr>
          <p:cNvPr id="14" name="Text 12"/>
          <p:cNvSpPr/>
          <p:nvPr/>
        </p:nvSpPr>
        <p:spPr>
          <a:xfrm>
            <a:off x="1594828" y="367588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49808" y="3822192"/>
            <a:ext cx="2055800" cy="420624"/>
          </a:xfrm>
          <a:prstGeom prst="roundRect">
            <a:avLst>
              <a:gd name="adj" fmla="val 15217"/>
            </a:avLst>
          </a:prstGeom>
          <a:solidFill>
            <a:srgbClr val="ECFDF5"/>
          </a:solidFill>
          <a:ln w="15875">
            <a:solidFill>
              <a:srgbClr val="6EE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822192"/>
            <a:ext cx="20192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96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gecko-vision-gate · 개체 탐지</a:t>
            </a:r>
            <a:endParaRPr lang="en-US" sz="960" dirty="0"/>
          </a:p>
        </p:txBody>
      </p:sp>
      <p:sp>
        <p:nvSpPr>
          <p:cNvPr id="17" name="Text 15"/>
          <p:cNvSpPr/>
          <p:nvPr/>
        </p:nvSpPr>
        <p:spPr>
          <a:xfrm>
            <a:off x="2988488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344568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59199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359199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Track A · 1차 판독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28568" y="2743200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46856" y="2743200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Zero-shot VLM 전수 판독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4473588" y="34061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28568" y="3552444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46856" y="3552444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+ 자기확신 점수</a:t>
            </a:r>
            <a:endParaRPr lang="en-US" sz="1080" dirty="0"/>
          </a:p>
        </p:txBody>
      </p:sp>
      <p:sp>
        <p:nvSpPr>
          <p:cNvPr id="26" name="Text 24"/>
          <p:cNvSpPr/>
          <p:nvPr/>
        </p:nvSpPr>
        <p:spPr>
          <a:xfrm>
            <a:off x="5867248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7" name="Shape 25"/>
          <p:cNvSpPr/>
          <p:nvPr/>
        </p:nvSpPr>
        <p:spPr>
          <a:xfrm>
            <a:off x="632444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47075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9" name="Text 27"/>
          <p:cNvSpPr/>
          <p:nvPr/>
        </p:nvSpPr>
        <p:spPr>
          <a:xfrm>
            <a:off x="647075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Track B · 정밀 판독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507328" y="2743200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25616" y="2743200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애매·중요 장면만 재분석</a:t>
            </a:r>
            <a:endParaRPr lang="en-US" sz="1080" dirty="0"/>
          </a:p>
        </p:txBody>
      </p:sp>
      <p:sp>
        <p:nvSpPr>
          <p:cNvPr id="32" name="Text 30"/>
          <p:cNvSpPr/>
          <p:nvPr/>
        </p:nvSpPr>
        <p:spPr>
          <a:xfrm>
            <a:off x="7352348" y="34061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507328" y="3552444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25616" y="3552444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시간·위치·움직임 증거 결합</a:t>
            </a:r>
            <a:endParaRPr lang="en-US" sz="1080" dirty="0"/>
          </a:p>
        </p:txBody>
      </p:sp>
      <p:sp>
        <p:nvSpPr>
          <p:cNvPr id="35" name="Text 33"/>
          <p:cNvSpPr/>
          <p:nvPr/>
        </p:nvSpPr>
        <p:spPr>
          <a:xfrm>
            <a:off x="8746007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203207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349511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38" name="Text 36"/>
          <p:cNvSpPr/>
          <p:nvPr/>
        </p:nvSpPr>
        <p:spPr>
          <a:xfrm>
            <a:off x="9349511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· 아침 활동 보고서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386087" y="2743200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04375" y="2743200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 시간순 정리</a:t>
            </a:r>
            <a:endParaRPr lang="en-US" sz="1080" dirty="0"/>
          </a:p>
        </p:txBody>
      </p:sp>
      <p:sp>
        <p:nvSpPr>
          <p:cNvPr id="41" name="Text 39"/>
          <p:cNvSpPr/>
          <p:nvPr/>
        </p:nvSpPr>
        <p:spPr>
          <a:xfrm>
            <a:off x="10231107" y="34061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386087" y="3552444"/>
            <a:ext cx="2055800" cy="690372"/>
          </a:xfrm>
          <a:prstGeom prst="roundRect">
            <a:avLst>
              <a:gd name="adj" fmla="val 927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404375" y="3552444"/>
            <a:ext cx="2019224" cy="6903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8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아침에 보호자에게 전달</a:t>
            </a:r>
            <a:endParaRPr lang="en-US" sz="1080" dirty="0"/>
          </a:p>
        </p:txBody>
      </p:sp>
      <p:sp>
        <p:nvSpPr>
          <p:cNvPr id="44" name="Shape 42"/>
          <p:cNvSpPr/>
          <p:nvPr/>
        </p:nvSpPr>
        <p:spPr>
          <a:xfrm>
            <a:off x="566928" y="4590288"/>
            <a:ext cx="11057839" cy="457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4590288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↻  사람 검수 루프(HITL)</a:t>
            </a:r>
            <a:pPr algn="ctr"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—  애매한 결과를 사람이 확인해 다시 학습 데이터로 쌓고, 모델·규칙을 개선한다.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6928" y="5230368"/>
            <a:ext cx="11057839" cy="868680"/>
          </a:xfrm>
          <a:prstGeom prst="roundRect">
            <a:avLst>
              <a:gd name="adj" fmla="val 1263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978408" y="5431536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‘케어 알림’이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도마뱀이 무엇을 했는지를 아침에 활동 보고서로 정리해 전달한다 — 녹화가 아니라 해석이다.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· 실제 데이터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장면을 보면 기술이 바로 이해된다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도마뱀의 실제 행동 장면을 보고, 행동 라벨과 판단 근거를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02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7" name="Image 0" descr="/Users/baek/petcam-lab/docs/ir/assets/rba-example-eating-pas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212848"/>
            <a:ext cx="3112922" cy="1737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사료 섭취 · eating_paste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+ 반복 접촉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그릇이 보이고, 혀가 먹이 표면에 반복 접촉해야 섭취로 인정.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374794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3" name="Image 1" descr="/Users/baek/petcam-lab/docs/ir/assets/rba-example-eating-pre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39386" y="2212848"/>
            <a:ext cx="3112922" cy="1737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39386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4539386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사냥 · eating_prey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557674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보임 + 시선 고정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57674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먹이가 같은 프레임에 보이고, 몸 방향·시선이 먹이에 고정된 사냥 자세.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182661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9" name="Image 2" descr="/Users/baek/petcam-lab/docs/ir/assets/rba-example-hand-feedin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47253" y="2212848"/>
            <a:ext cx="3112922" cy="17373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347253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1" name="Text 16"/>
          <p:cNvSpPr/>
          <p:nvPr/>
        </p:nvSpPr>
        <p:spPr>
          <a:xfrm>
            <a:off x="8347253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 · hand_feeding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365541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손·도구가 직접 전달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65541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손·도구가 먹이를 직접 전달하고, 받아먹는 장면은 별도 분리.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66928" y="5486400"/>
            <a:ext cx="11057839" cy="749808"/>
          </a:xfrm>
          <a:prstGeom prst="roundRect">
            <a:avLst>
              <a:gd name="adj" fmla="val 1463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978408" y="5687568"/>
            <a:ext cx="102348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라벨 하나만 남기지 않는다.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+ 자기확신 점수 + 판단 근거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함께 남기고, 이 근거가 다음 정밀 판독·사람 검수의 출발점이 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· 빠른 1차 판독 AI (Track 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판독 AI(Track A)는 모든 움직임을 먼저 훑는다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모든 움직임 클립을 빠르게 훑고, 행동 라벨과 ‘AI 자기확신 점수’를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03 / 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 + 이상행동(개발 예정)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46888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45973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· 음수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093976" y="246888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2093976" y="245973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paste · 사료 섭취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92608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91693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prey · 먹이 사냥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008376" y="2926080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3008376" y="291693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 feeding · 사람 급여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832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3741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Shedding · 탈피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048256" y="338328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2048256" y="3374136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Moving · 이동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529584" y="338328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3529584" y="337413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Unseen · 미관측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3840480"/>
            <a:ext cx="2331720" cy="347472"/>
          </a:xfrm>
          <a:prstGeom prst="roundRect">
            <a:avLst>
              <a:gd name="adj" fmla="val 50000"/>
            </a:avLst>
          </a:prstGeom>
          <a:solidFill>
            <a:srgbClr val="FEF9EC"/>
          </a:solidFill>
          <a:ln w="15875">
            <a:solidFill>
              <a:srgbClr val="FCD34D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566928" y="383133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이상행동 · 개발 예정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44439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6928" y="4773168"/>
            <a:ext cx="5486400" cy="512064"/>
          </a:xfrm>
          <a:prstGeom prst="roundRect">
            <a:avLst>
              <a:gd name="adj" fmla="val 1428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773168"/>
            <a:ext cx="5486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510528" y="210312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자기확신 점수 3단계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0528" y="2487168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739128" y="2596896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 이상 · 명확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739128" y="2889504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증거가 분명하다. 1차 라벨로 바로 쓴다.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10528" y="3419856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739128" y="3529584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0.6 – 0.8 · 부분적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739128" y="3822192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가림·짧은 장면·일부 증거. 필요하면 정밀 판독으로 넘긴다.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10528" y="4352544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39128" y="4462272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0.5 이하 · 애매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6739128" y="4754880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제한된 증거에서의 최선 추정. 정밀 판독·사람 검수 우선.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440680"/>
            <a:ext cx="11057839" cy="896112"/>
          </a:xfrm>
          <a:prstGeom prst="roundRect">
            <a:avLst>
              <a:gd name="adj" fmla="val 1224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78408" y="5641848"/>
            <a:ext cx="1023487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‘AI 자기확신 점수(confidence)’는 정답 확률이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스스로 매긴 확실성 신호이며, 정밀 판독(Track B)이나 사람 검수로 보낼지 판단하는 데 쓴다.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· 판독 매뉴얼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AI에게 주는 행동 판독 체크리스트다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프롬프트는 AI가 행동을 과잉 해석하지 않도록 ‘증거 기준’을 정해주는 판독 매뉴얼이다.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04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60초 움직임 클립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4672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움직임 구간을 프레임으로 샘플링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 정보와 함께 AI에 전달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029636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04540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3996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623996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판독 기준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23996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42284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먹이·음수·탈피·이동·미관측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급여는 별도 행동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모호하면 기본값 moving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867248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42152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608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61608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없으면 판단 금지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79896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paste는 혀·먹이 반복 접촉 필요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한 지점 반복 핥기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704859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79763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219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219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99219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JSON 결과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317507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앱과 정밀 판독이 바로 읽는 구조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action + confidence + reasoning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66928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1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근처지만 혀 접촉이 안 보이면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eating_paste가 아니라 moving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둔다.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42152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9896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79896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몸이 고정되고 한 지점을 반복해서 핥으면, 물방울이 안 보여도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본다.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55961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v4.0 프롬프트는 자체 회귀 평가를 통과해 채택된 1차 판독 기준선이다. (평가 수치는 부록 2)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· 정밀 판독 AI (Track B)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판독 AI(Track B)는 애매한 장면을 증거와 함께 다시 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애매한 장면을 시간·위치·움직임 같은 ‘판단 재료’와 함께 다시 분석한다.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05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1886543" cy="2734056"/>
          </a:xfrm>
          <a:prstGeom prst="roundRect">
            <a:avLst>
              <a:gd name="adj" fmla="val 4847"/>
            </a:avLst>
          </a:prstGeom>
          <a:solidFill>
            <a:srgbClr val="0F172A"/>
          </a:solidFill>
          <a:ln/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pic>
        <p:nvPicPr>
          <p:cNvPr id="7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2258568"/>
            <a:ext cx="1667087" cy="2514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" y="4992624"/>
            <a:ext cx="2160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사례 · 물 마시는 결정적 순간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74095" y="2194560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130127" y="2313432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빠른 1차 판독 (Track A)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130127" y="2596896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eating_paste(사료 섭취) 후보 — 자기확신 점수 낮음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20831" y="296265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874095" y="3273552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30127" y="3392424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정밀 판독 (Track B)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130127" y="3675888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물그릇 관심 구역(ROI), 머리 위치, 혀 동작을 증거와 함께 재확인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20831" y="4041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874095" y="4352544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130127" y="4471416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최종 판정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130127" y="4754880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(음수) — 근거와 함께 확정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57839" cy="841248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78408" y="5641848"/>
            <a:ext cx="102348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단순히 ‘더 비싼 AI’가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시간·위치·움직임 증거를 결합해 1차 판독의 오판을 바로잡고, 그 결과가 다시 데이터가 된다.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· AI 자산 축적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데이터가 쌓일수록 더 좋아지는 구조다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라벨과 사람 검수 데이터가 쌓일수록, RBA는 도마뱀 특화 AI로 진화한다.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06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1단계 · RBA 1.0 (현재·베타)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+ 정밀 판독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41248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크레스티드 게코 대상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분석 + 사람 검수로 라벨 품질 향상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앱에서 자동 라벨·밤사이 요약 제공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48074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05274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3018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643018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2단계 · RBA 1.5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1306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선별적 정밀 분석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79594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확실한 행동은 1차에서 바로 확정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모호·중요 행동만 정밀 판독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비용과 정확도를 동시에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86421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43621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81365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8481365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3단계 · RBA 2.0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99653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특화 모델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17941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서버 + 도마뱀 특화 모델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기반 앙상블로 오판 보정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의존도↓ · 단위 비용 통제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754880"/>
            <a:ext cx="11057839" cy="123444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8408" y="4956048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다종 확장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—  크레스티드 게코를 넘어 인기 파충류·양서류로 분석 대상을 넓힌다.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종이 늘고 데이터가 쌓일수록 그대로 모델 실력이 되는 선순환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만들어지고, 이것이 장기 진입장벽이 된다.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· 해자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우리의 해자는 영상 AI·특화 모델·사육 규칙의 결합이다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하나를 쓰는 게 아니라 영상 AI·우리 데이터·사육 규칙을 결합하기 때문에, 시간이 갈수록 복제 난이도가 올라간다.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07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이해하는 AI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보고 의미를 해석하는 범용 시각 AI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2915336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555416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38296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특화 모델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38296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fine-tuned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20008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라벨 데이터로 학습하는 도마뱀 행동 AI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5903824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543904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6784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사육 규칙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26784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 rules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08496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도메인 기준으로 AI 오판을 보정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892311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532391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15271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5271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packet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96983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시간·ROI·움직임·전후 맥락을 함께 제공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최종 행동 판단</a:t>
            </a:r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핵심 자산은 모델 하나가 아니라,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데이터와 사육 맥락이 함께 쌓이는 판단 구조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외부 AI를 그대로 가져다 쓰는 경쟁자가 따라오기 어려운 지점이 바로 여기다.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APPENDIX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· 상세 기술 구조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7장의 근거가 되는 상세 자료 — ① RBA 전체 구조도   ② Track A 프롬프트·평가 수치   ③ 판단 재료 묶음(structured context packet)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1 · 전체 구조도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 1.0 전체 관계도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영상을 행동 타임라인과 아침 활동 보고서로 바꾸는 AI 분석 시스템의 전체 흐름.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01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 / 저장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66234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— 전수 1차 라벨링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5541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— 정밀 분석 / 회복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/ 자체 HW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3661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Capture Worker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1분 mp4 생성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3661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Motion Detection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있는 클립 선별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3661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Supabase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clip metadata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7981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7981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R2 Storage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/ 썸네일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66234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7674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레이어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메타데이터 · ROI · 모션 단서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12968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66234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7674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· Zero-shot 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top-1 행동 라벨 + confidence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12968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90008" y="4215384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90008" y="42153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필요?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79741" y="4306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 →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12968" y="4782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 아니오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65541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6981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· SegmentVLM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진입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812274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5541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6981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 segment 분해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5~15초 단위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12274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5541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56981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/ motion metadata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· 물그릇 · 은신처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812274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365541" y="5020056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56981" y="5074920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event별 AI 분석 → timeline 병합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후보 + 시간대 + 검수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HITL · 사람 검수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평가셋 개선 → 모델·룰 개선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4442" y="5971032"/>
            <a:ext cx="603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466234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66234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앱 · 아침 활동 보고서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행동을 시간순 정리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2 · 프롬프트 상세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프롬프트(v4.0) — 규칙과 평가 수치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“AI에게 주는 판독 체크리스트”다. 채택 근거가 되는 결정 규칙과 자체 평가 수치를 함께 둔다.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02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 (과잉 해석 방지)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514600"/>
            <a:ext cx="6309360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715768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 — 위치만으로 feeding 판단 금지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eating_paste는 혀와 먹이 표면의 반복 접촉이 필요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몸을 고정하고 한 지점을 반복해 핥는 자세로 판단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hand_feeding(사람 급여)은 다른 행동과 따로 분리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모호하면 특정 행동으로 단정하지 말고 이동(moving)을 우선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4846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212080"/>
            <a:ext cx="63093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  →  앱·Track B가 바로 읽는 JSON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242048" y="214884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v4.0 자체 회귀 평가 (채택 기준선)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4204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4204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4204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raw 정확도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57056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7056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86.5%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7056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급여경계 정확도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42048" y="384048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confidence의 한계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42048" y="4206240"/>
            <a:ext cx="4382719" cy="1554480"/>
          </a:xfrm>
          <a:prstGeom prst="roundRect">
            <a:avLst>
              <a:gd name="adj" fmla="val 647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0" y="4361688"/>
            <a:ext cx="3870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confidence는 정답 확률에 맞춘 값이 아닌, 모델의 자체 추정값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0.95 이상 구간도 약 76% 정확도에 그쳐, 점수 하나만으로 나누기엔 부족했다.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그래서 정밀 판독(Track B)·사람 검수와 결합해 신뢰도를 끌어올린다.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3 · 판단 재료 묶음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묶음(structured context packet)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B에서 모델에게 그냥 “이 영상 봐봐”라고 던지는 대신, 영상 주변의 판단 재료를 구조화해 함께 준다.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03 / 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✕  나쁜 입력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926080"/>
            <a:ext cx="479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영상에서 도마뱀이 뭐 하고 있어?”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30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✓  좋은 입력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53048" y="2770632"/>
            <a:ext cx="479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클립은 03:27에 발생했고, 물그릇 ROI(관심 구역) 근처에서 움직임이 있었고, 개체는 크레스티드 게코이며, 최근 2일간 음수 이벤트가 없었고, 전후 10초 프레임에서 머리가 물그릇 방향으로 이동했다. 이 증거로 drinking / moving / unknown 중 판단하라.”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정리 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 연구에서 검증했다 — 프롬프트만으로는 넘지 못하는 한계가 있었고, 모델에게 ‘볼 수 있는 증거’를 늘렸을 때 비로소 정확도가 올라갔다. 즉 다음 도약은 더 좋은 프롬프트가 아니라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주변의 증거를 구조화해 결합(VLM + 특화 모델 + 사육 규칙 앙상블)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하는 데 있다. 이것이 범용 AI를 그대로 가져다 쓰는 경쟁자가 따라오기 어려운 지점이다.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 AI RBA — 파충류 행동 분석 AI (투자자용)</dc:title>
  <dc:subject>PptxGenJS Presentation</dc:subject>
  <dc:creator>Terra AI</dc:creator>
  <cp:lastModifiedBy>Terra AI</cp:lastModifiedBy>
  <cp:revision>1</cp:revision>
  <dcterms:created xsi:type="dcterms:W3CDTF">2026-07-02T07:17:50Z</dcterms:created>
  <dcterms:modified xsi:type="dcterms:W3CDTF">2026-07-02T07:17:50Z</dcterms:modified>
</cp:coreProperties>
</file>